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ea04b780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ea04b780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ea04b780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ea04b780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ea04b78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ea04b78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3ea04b78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3ea04b78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ea04b780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ea04b780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ea04b780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ea04b780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ea04b780d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ea04b780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ea04b780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3ea04b780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ea04b780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ea04b780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ea04b780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3ea04b780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ea04b780d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ea04b780d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ea04b780d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ea04b780d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ea04b780d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ea04b780d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ea04b780d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ea04b780d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ea04b780d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ea04b780d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ea04b780d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3ea04b780d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ea04b780d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3ea04b780d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ea04b780d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3ea04b780d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ea04b780d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ea04b780d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ea04b780d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3ea04b780d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ea04b780d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ea04b780d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3ea04b780d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3ea04b780d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e5bf296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3e5bf296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e5ddf85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3e5ddf85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f84314e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3f84314e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" y="158425"/>
            <a:ext cx="9127393" cy="48266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84350" y="891400"/>
            <a:ext cx="1766400" cy="49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644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50" y="152400"/>
            <a:ext cx="7278908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7377600" y="935925"/>
            <a:ext cx="628800" cy="49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6748800" y="1545275"/>
            <a:ext cx="1462800" cy="38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000" y="122550"/>
            <a:ext cx="7289977" cy="48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2800275" y="1529700"/>
            <a:ext cx="2460000" cy="38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800275" y="935925"/>
            <a:ext cx="2905200" cy="38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6440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7"/>
          <p:cNvCxnSpPr/>
          <p:nvPr/>
        </p:nvCxnSpPr>
        <p:spPr>
          <a:xfrm flipH="1" rot="10800000">
            <a:off x="6953350" y="496850"/>
            <a:ext cx="944400" cy="11685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75" y="214250"/>
            <a:ext cx="8899850" cy="4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/>
          <p:nvPr/>
        </p:nvSpPr>
        <p:spPr>
          <a:xfrm>
            <a:off x="7890200" y="4288475"/>
            <a:ext cx="950100" cy="38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96538"/>
            <a:ext cx="8991601" cy="47504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/>
          <p:nvPr/>
        </p:nvSpPr>
        <p:spPr>
          <a:xfrm>
            <a:off x="4572000" y="3859850"/>
            <a:ext cx="2899200" cy="38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00" y="218600"/>
            <a:ext cx="8932803" cy="47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/>
          <p:nvPr/>
        </p:nvSpPr>
        <p:spPr>
          <a:xfrm>
            <a:off x="8223575" y="4469450"/>
            <a:ext cx="743100" cy="38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925"/>
            <a:ext cx="8839202" cy="35797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/>
          <p:nvPr/>
        </p:nvSpPr>
        <p:spPr>
          <a:xfrm>
            <a:off x="4337375" y="707075"/>
            <a:ext cx="2105100" cy="66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00" y="105250"/>
            <a:ext cx="8876750" cy="454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/>
          <p:nvPr/>
        </p:nvSpPr>
        <p:spPr>
          <a:xfrm>
            <a:off x="1489400" y="1345250"/>
            <a:ext cx="647700" cy="5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25" y="152400"/>
            <a:ext cx="8867476" cy="47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/>
          <p:nvPr/>
        </p:nvSpPr>
        <p:spPr>
          <a:xfrm>
            <a:off x="1860875" y="3107375"/>
            <a:ext cx="4438800" cy="89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4127" cy="465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4"/>
          <p:cNvSpPr/>
          <p:nvPr/>
        </p:nvSpPr>
        <p:spPr>
          <a:xfrm>
            <a:off x="1698950" y="1278575"/>
            <a:ext cx="4438800" cy="89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675"/>
            <a:ext cx="8804823" cy="429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/>
          <p:nvPr/>
        </p:nvSpPr>
        <p:spPr>
          <a:xfrm>
            <a:off x="4785050" y="3506150"/>
            <a:ext cx="1219500" cy="476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43674" cy="4030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6"/>
          <p:cNvCxnSpPr/>
          <p:nvPr/>
        </p:nvCxnSpPr>
        <p:spPr>
          <a:xfrm>
            <a:off x="1727525" y="2334575"/>
            <a:ext cx="1350600" cy="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6"/>
          <p:cNvCxnSpPr/>
          <p:nvPr/>
        </p:nvCxnSpPr>
        <p:spPr>
          <a:xfrm>
            <a:off x="1584650" y="3477575"/>
            <a:ext cx="1350600" cy="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6"/>
          <p:cNvCxnSpPr/>
          <p:nvPr/>
        </p:nvCxnSpPr>
        <p:spPr>
          <a:xfrm flipH="1" rot="10800000">
            <a:off x="1608500" y="3763850"/>
            <a:ext cx="1302900" cy="618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25" y="152400"/>
            <a:ext cx="8825075" cy="462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7"/>
          <p:cNvCxnSpPr/>
          <p:nvPr/>
        </p:nvCxnSpPr>
        <p:spPr>
          <a:xfrm flipH="1" rot="10800000">
            <a:off x="6185225" y="782525"/>
            <a:ext cx="888600" cy="999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38" y="172400"/>
            <a:ext cx="8520324" cy="451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8"/>
          <p:cNvCxnSpPr/>
          <p:nvPr/>
        </p:nvCxnSpPr>
        <p:spPr>
          <a:xfrm flipH="1" rot="10800000">
            <a:off x="3365825" y="1049225"/>
            <a:ext cx="888600" cy="999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375"/>
            <a:ext cx="8623625" cy="485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9"/>
          <p:cNvCxnSpPr/>
          <p:nvPr/>
        </p:nvCxnSpPr>
        <p:spPr>
          <a:xfrm flipH="1" rot="10800000">
            <a:off x="1270325" y="2973275"/>
            <a:ext cx="888600" cy="999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62" y="118738"/>
            <a:ext cx="8407075" cy="4906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30"/>
          <p:cNvCxnSpPr/>
          <p:nvPr/>
        </p:nvCxnSpPr>
        <p:spPr>
          <a:xfrm flipH="1" rot="10800000">
            <a:off x="451175" y="563450"/>
            <a:ext cx="888600" cy="999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96200"/>
            <a:ext cx="8864650" cy="3713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31"/>
          <p:cNvCxnSpPr/>
          <p:nvPr/>
        </p:nvCxnSpPr>
        <p:spPr>
          <a:xfrm flipH="1" rot="10800000">
            <a:off x="6975800" y="820625"/>
            <a:ext cx="888600" cy="999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38" y="138075"/>
            <a:ext cx="8890327" cy="41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32"/>
          <p:cNvCxnSpPr/>
          <p:nvPr/>
        </p:nvCxnSpPr>
        <p:spPr>
          <a:xfrm>
            <a:off x="6832925" y="3058475"/>
            <a:ext cx="552600" cy="7812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52400"/>
            <a:ext cx="6383690" cy="48387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33"/>
          <p:cNvCxnSpPr/>
          <p:nvPr/>
        </p:nvCxnSpPr>
        <p:spPr>
          <a:xfrm flipH="1">
            <a:off x="5699375" y="2696525"/>
            <a:ext cx="1114500" cy="10479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47451" cy="476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34"/>
          <p:cNvCxnSpPr/>
          <p:nvPr/>
        </p:nvCxnSpPr>
        <p:spPr>
          <a:xfrm rot="10800000">
            <a:off x="4572050" y="1991825"/>
            <a:ext cx="1165500" cy="10857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88" y="144700"/>
            <a:ext cx="8395025" cy="477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35"/>
          <p:cNvCxnSpPr/>
          <p:nvPr/>
        </p:nvCxnSpPr>
        <p:spPr>
          <a:xfrm rot="10800000">
            <a:off x="5610275" y="1944200"/>
            <a:ext cx="1165500" cy="10857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38" y="97275"/>
            <a:ext cx="7873324" cy="49489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6"/>
          <p:cNvCxnSpPr/>
          <p:nvPr/>
        </p:nvCxnSpPr>
        <p:spPr>
          <a:xfrm rot="10800000">
            <a:off x="4390875" y="2664150"/>
            <a:ext cx="1165500" cy="10857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6"/>
          <p:cNvCxnSpPr/>
          <p:nvPr/>
        </p:nvCxnSpPr>
        <p:spPr>
          <a:xfrm>
            <a:off x="1435800" y="1187625"/>
            <a:ext cx="273000" cy="8376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563" y="158397"/>
            <a:ext cx="7146875" cy="4760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37"/>
          <p:cNvCxnSpPr/>
          <p:nvPr/>
        </p:nvCxnSpPr>
        <p:spPr>
          <a:xfrm flipH="1" rot="10800000">
            <a:off x="5311275" y="672850"/>
            <a:ext cx="782400" cy="6834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7"/>
          <p:cNvCxnSpPr/>
          <p:nvPr/>
        </p:nvCxnSpPr>
        <p:spPr>
          <a:xfrm flipH="1" rot="10800000">
            <a:off x="3420575" y="2413525"/>
            <a:ext cx="927600" cy="7329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37"/>
          <p:cNvSpPr txBox="1"/>
          <p:nvPr/>
        </p:nvSpPr>
        <p:spPr>
          <a:xfrm>
            <a:off x="5050325" y="1135725"/>
            <a:ext cx="317700" cy="40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1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06" name="Google Shape;206;p37"/>
          <p:cNvSpPr txBox="1"/>
          <p:nvPr/>
        </p:nvSpPr>
        <p:spPr>
          <a:xfrm>
            <a:off x="3149900" y="2896675"/>
            <a:ext cx="317700" cy="40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2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475" y="428050"/>
            <a:ext cx="7048275" cy="330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38"/>
          <p:cNvCxnSpPr/>
          <p:nvPr/>
        </p:nvCxnSpPr>
        <p:spPr>
          <a:xfrm flipH="1">
            <a:off x="3936075" y="736800"/>
            <a:ext cx="1269600" cy="1080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38"/>
          <p:cNvSpPr txBox="1"/>
          <p:nvPr/>
        </p:nvSpPr>
        <p:spPr>
          <a:xfrm>
            <a:off x="5205675" y="515575"/>
            <a:ext cx="3423300" cy="538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9900"/>
                </a:solidFill>
              </a:rPr>
              <a:t>Tibbles stored in the list</a:t>
            </a:r>
            <a:endParaRPr sz="23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